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1721D1-E41A-4A32-9C1C-7F564D9BEBFB}" v="1" dt="2026-04-07T18:42:23.0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58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holas miller" userId="2fb4577f1956a46d" providerId="LiveId" clId="{3C6DB59E-FE2A-494C-817B-1F18DAF550C6}"/>
    <pc:docChg chg="undo custSel addSld modSld">
      <pc:chgData name="nicholas miller" userId="2fb4577f1956a46d" providerId="LiveId" clId="{3C6DB59E-FE2A-494C-817B-1F18DAF550C6}" dt="2026-04-07T19:21:47.975" v="57" actId="962"/>
      <pc:docMkLst>
        <pc:docMk/>
      </pc:docMkLst>
      <pc:sldChg chg="addSp delSp modSp new mod">
        <pc:chgData name="nicholas miller" userId="2fb4577f1956a46d" providerId="LiveId" clId="{3C6DB59E-FE2A-494C-817B-1F18DAF550C6}" dt="2026-04-07T16:40:49.398" v="22" actId="1076"/>
        <pc:sldMkLst>
          <pc:docMk/>
          <pc:sldMk cId="2037142496" sldId="256"/>
        </pc:sldMkLst>
        <pc:spChg chg="del">
          <ac:chgData name="nicholas miller" userId="2fb4577f1956a46d" providerId="LiveId" clId="{3C6DB59E-FE2A-494C-817B-1F18DAF550C6}" dt="2026-04-07T16:40:38.050" v="19" actId="478"/>
          <ac:spMkLst>
            <pc:docMk/>
            <pc:sldMk cId="2037142496" sldId="256"/>
            <ac:spMk id="2" creationId="{27A80827-AD78-6630-8D77-9DE89AD2A09A}"/>
          </ac:spMkLst>
        </pc:spChg>
        <pc:spChg chg="del">
          <ac:chgData name="nicholas miller" userId="2fb4577f1956a46d" providerId="LiveId" clId="{3C6DB59E-FE2A-494C-817B-1F18DAF550C6}" dt="2026-04-07T16:40:42.681" v="21" actId="478"/>
          <ac:spMkLst>
            <pc:docMk/>
            <pc:sldMk cId="2037142496" sldId="256"/>
            <ac:spMk id="3" creationId="{0E4A64E3-D3D3-547E-E75C-8AC65679142A}"/>
          </ac:spMkLst>
        </pc:spChg>
        <pc:picChg chg="add mod">
          <ac:chgData name="nicholas miller" userId="2fb4577f1956a46d" providerId="LiveId" clId="{3C6DB59E-FE2A-494C-817B-1F18DAF550C6}" dt="2026-04-07T16:40:49.398" v="22" actId="1076"/>
          <ac:picMkLst>
            <pc:docMk/>
            <pc:sldMk cId="2037142496" sldId="256"/>
            <ac:picMk id="5" creationId="{B435C811-1027-28AB-94BA-C9FBB40815F5}"/>
          </ac:picMkLst>
        </pc:picChg>
      </pc:sldChg>
      <pc:sldChg chg="addSp delSp modSp new mod">
        <pc:chgData name="nicholas miller" userId="2fb4577f1956a46d" providerId="LiveId" clId="{3C6DB59E-FE2A-494C-817B-1F18DAF550C6}" dt="2026-04-07T16:33:12.257" v="17" actId="962"/>
        <pc:sldMkLst>
          <pc:docMk/>
          <pc:sldMk cId="1613265880" sldId="257"/>
        </pc:sldMkLst>
        <pc:spChg chg="del">
          <ac:chgData name="nicholas miller" userId="2fb4577f1956a46d" providerId="LiveId" clId="{3C6DB59E-FE2A-494C-817B-1F18DAF550C6}" dt="2026-04-07T16:32:47.587" v="5" actId="478"/>
          <ac:spMkLst>
            <pc:docMk/>
            <pc:sldMk cId="1613265880" sldId="257"/>
            <ac:spMk id="2" creationId="{05BB3EFA-ABD6-463F-0906-DCF4670B2E19}"/>
          </ac:spMkLst>
        </pc:spChg>
        <pc:spChg chg="del">
          <ac:chgData name="nicholas miller" userId="2fb4577f1956a46d" providerId="LiveId" clId="{3C6DB59E-FE2A-494C-817B-1F18DAF550C6}" dt="2026-04-07T16:32:48.890" v="6" actId="478"/>
          <ac:spMkLst>
            <pc:docMk/>
            <pc:sldMk cId="1613265880" sldId="257"/>
            <ac:spMk id="3" creationId="{527E1305-46B5-E5A1-49A6-24B1B4211791}"/>
          </ac:spMkLst>
        </pc:spChg>
        <pc:picChg chg="add mod">
          <ac:chgData name="nicholas miller" userId="2fb4577f1956a46d" providerId="LiveId" clId="{3C6DB59E-FE2A-494C-817B-1F18DAF550C6}" dt="2026-04-07T16:33:04.241" v="13" actId="27614"/>
          <ac:picMkLst>
            <pc:docMk/>
            <pc:sldMk cId="1613265880" sldId="257"/>
            <ac:picMk id="5" creationId="{00410DF0-CB51-2485-C420-3677F0D05F72}"/>
          </ac:picMkLst>
        </pc:picChg>
        <pc:picChg chg="add mod">
          <ac:chgData name="nicholas miller" userId="2fb4577f1956a46d" providerId="LiveId" clId="{3C6DB59E-FE2A-494C-817B-1F18DAF550C6}" dt="2026-04-07T16:33:12.257" v="17" actId="962"/>
          <ac:picMkLst>
            <pc:docMk/>
            <pc:sldMk cId="1613265880" sldId="257"/>
            <ac:picMk id="7" creationId="{E3564B4C-2DD2-6B7D-05DB-EF792389578B}"/>
          </ac:picMkLst>
        </pc:picChg>
      </pc:sldChg>
      <pc:sldChg chg="addSp delSp modSp new mod setBg">
        <pc:chgData name="nicholas miller" userId="2fb4577f1956a46d" providerId="LiveId" clId="{3C6DB59E-FE2A-494C-817B-1F18DAF550C6}" dt="2026-04-07T19:21:47.975" v="57" actId="962"/>
        <pc:sldMkLst>
          <pc:docMk/>
          <pc:sldMk cId="2003832941" sldId="258"/>
        </pc:sldMkLst>
        <pc:spChg chg="del">
          <ac:chgData name="nicholas miller" userId="2fb4577f1956a46d" providerId="LiveId" clId="{3C6DB59E-FE2A-494C-817B-1F18DAF550C6}" dt="2026-04-07T18:42:02.569" v="24" actId="478"/>
          <ac:spMkLst>
            <pc:docMk/>
            <pc:sldMk cId="2003832941" sldId="258"/>
            <ac:spMk id="2" creationId="{88813307-C36B-73C4-28ED-6E5709B18B17}"/>
          </ac:spMkLst>
        </pc:spChg>
        <pc:spChg chg="del">
          <ac:chgData name="nicholas miller" userId="2fb4577f1956a46d" providerId="LiveId" clId="{3C6DB59E-FE2A-494C-817B-1F18DAF550C6}" dt="2026-04-07T18:42:07.406" v="25" actId="478"/>
          <ac:spMkLst>
            <pc:docMk/>
            <pc:sldMk cId="2003832941" sldId="258"/>
            <ac:spMk id="3" creationId="{3E59897E-474A-14AB-AFC4-6B97230008F2}"/>
          </ac:spMkLst>
        </pc:spChg>
        <pc:spChg chg="add mod ord">
          <ac:chgData name="nicholas miller" userId="2fb4577f1956a46d" providerId="LiveId" clId="{3C6DB59E-FE2A-494C-817B-1F18DAF550C6}" dt="2026-04-07T19:21:24.196" v="51" actId="26606"/>
          <ac:spMkLst>
            <pc:docMk/>
            <pc:sldMk cId="2003832941" sldId="258"/>
            <ac:spMk id="4" creationId="{73A14DC4-A2A5-0A3D-3292-1DD2DE72AC8B}"/>
          </ac:spMkLst>
        </pc:spChg>
        <pc:spChg chg="add del">
          <ac:chgData name="nicholas miller" userId="2fb4577f1956a46d" providerId="LiveId" clId="{3C6DB59E-FE2A-494C-817B-1F18DAF550C6}" dt="2026-04-07T18:48:46.290" v="37" actId="26606"/>
          <ac:spMkLst>
            <pc:docMk/>
            <pc:sldMk cId="2003832941" sldId="258"/>
            <ac:spMk id="10" creationId="{42A4FC2C-047E-45A5-965D-8E1E3BF09BC6}"/>
          </ac:spMkLst>
        </pc:spChg>
        <pc:spChg chg="add del">
          <ac:chgData name="nicholas miller" userId="2fb4577f1956a46d" providerId="LiveId" clId="{3C6DB59E-FE2A-494C-817B-1F18DAF550C6}" dt="2026-04-07T18:48:56.322" v="43" actId="26606"/>
          <ac:spMkLst>
            <pc:docMk/>
            <pc:sldMk cId="2003832941" sldId="258"/>
            <ac:spMk id="11" creationId="{32BC26D8-82FB-445E-AA49-62A77D7C1EE0}"/>
          </ac:spMkLst>
        </pc:spChg>
        <pc:spChg chg="add del">
          <ac:chgData name="nicholas miller" userId="2fb4577f1956a46d" providerId="LiveId" clId="{3C6DB59E-FE2A-494C-817B-1F18DAF550C6}" dt="2026-04-07T18:48:56.322" v="43" actId="26606"/>
          <ac:spMkLst>
            <pc:docMk/>
            <pc:sldMk cId="2003832941" sldId="258"/>
            <ac:spMk id="12" creationId="{CB44330D-EA18-4254-AA95-EB49948539B8}"/>
          </ac:spMkLst>
        </pc:spChg>
        <pc:spChg chg="add del">
          <ac:chgData name="nicholas miller" userId="2fb4577f1956a46d" providerId="LiveId" clId="{3C6DB59E-FE2A-494C-817B-1F18DAF550C6}" dt="2026-04-07T18:48:43.108" v="33" actId="26606"/>
          <ac:spMkLst>
            <pc:docMk/>
            <pc:sldMk cId="2003832941" sldId="258"/>
            <ac:spMk id="13" creationId="{F3060C83-F051-4F0E-ABAD-AA0DFC48B218}"/>
          </ac:spMkLst>
        </pc:spChg>
        <pc:spChg chg="add del">
          <ac:chgData name="nicholas miller" userId="2fb4577f1956a46d" providerId="LiveId" clId="{3C6DB59E-FE2A-494C-817B-1F18DAF550C6}" dt="2026-04-07T18:48:43.108" v="33" actId="26606"/>
          <ac:spMkLst>
            <pc:docMk/>
            <pc:sldMk cId="2003832941" sldId="258"/>
            <ac:spMk id="15" creationId="{83C98ABE-055B-441F-B07E-44F97F083C39}"/>
          </ac:spMkLst>
        </pc:spChg>
        <pc:spChg chg="add del">
          <ac:chgData name="nicholas miller" userId="2fb4577f1956a46d" providerId="LiveId" clId="{3C6DB59E-FE2A-494C-817B-1F18DAF550C6}" dt="2026-04-07T19:21:24.194" v="50" actId="26606"/>
          <ac:spMkLst>
            <pc:docMk/>
            <pc:sldMk cId="2003832941" sldId="258"/>
            <ac:spMk id="16" creationId="{42A4FC2C-047E-45A5-965D-8E1E3BF09BC6}"/>
          </ac:spMkLst>
        </pc:spChg>
        <pc:spChg chg="add del">
          <ac:chgData name="nicholas miller" userId="2fb4577f1956a46d" providerId="LiveId" clId="{3C6DB59E-FE2A-494C-817B-1F18DAF550C6}" dt="2026-04-07T18:48:43.108" v="33" actId="26606"/>
          <ac:spMkLst>
            <pc:docMk/>
            <pc:sldMk cId="2003832941" sldId="258"/>
            <ac:spMk id="17" creationId="{29FDB030-9B49-4CED-8CCD-4D99382388AC}"/>
          </ac:spMkLst>
        </pc:spChg>
        <pc:spChg chg="add del">
          <ac:chgData name="nicholas miller" userId="2fb4577f1956a46d" providerId="LiveId" clId="{3C6DB59E-FE2A-494C-817B-1F18DAF550C6}" dt="2026-04-07T18:48:43.108" v="33" actId="26606"/>
          <ac:spMkLst>
            <pc:docMk/>
            <pc:sldMk cId="2003832941" sldId="258"/>
            <ac:spMk id="19" creationId="{3783CA14-24A1-485C-8B30-D6A5D87987AD}"/>
          </ac:spMkLst>
        </pc:spChg>
        <pc:spChg chg="add del">
          <ac:chgData name="nicholas miller" userId="2fb4577f1956a46d" providerId="LiveId" clId="{3C6DB59E-FE2A-494C-817B-1F18DAF550C6}" dt="2026-04-07T18:48:43.108" v="33" actId="26606"/>
          <ac:spMkLst>
            <pc:docMk/>
            <pc:sldMk cId="2003832941" sldId="258"/>
            <ac:spMk id="21" creationId="{9A97C86A-04D6-40F7-AE84-31AB43E6A846}"/>
          </ac:spMkLst>
        </pc:spChg>
        <pc:spChg chg="add del">
          <ac:chgData name="nicholas miller" userId="2fb4577f1956a46d" providerId="LiveId" clId="{3C6DB59E-FE2A-494C-817B-1F18DAF550C6}" dt="2026-04-07T18:48:43.108" v="33" actId="26606"/>
          <ac:spMkLst>
            <pc:docMk/>
            <pc:sldMk cId="2003832941" sldId="258"/>
            <ac:spMk id="23" creationId="{FF9F2414-84E8-453E-B1F3-389FDE8192D9}"/>
          </ac:spMkLst>
        </pc:spChg>
        <pc:spChg chg="add del">
          <ac:chgData name="nicholas miller" userId="2fb4577f1956a46d" providerId="LiveId" clId="{3C6DB59E-FE2A-494C-817B-1F18DAF550C6}" dt="2026-04-07T18:48:43.108" v="33" actId="26606"/>
          <ac:spMkLst>
            <pc:docMk/>
            <pc:sldMk cId="2003832941" sldId="258"/>
            <ac:spMk id="25" creationId="{3ECA69A1-7536-43AC-85EF-C7106179F5ED}"/>
          </ac:spMkLst>
        </pc:spChg>
        <pc:picChg chg="add del mod">
          <ac:chgData name="nicholas miller" userId="2fb4577f1956a46d" providerId="LiveId" clId="{3C6DB59E-FE2A-494C-817B-1F18DAF550C6}" dt="2026-04-07T18:48:28.783" v="29" actId="478"/>
          <ac:picMkLst>
            <pc:docMk/>
            <pc:sldMk cId="2003832941" sldId="258"/>
            <ac:picMk id="6" creationId="{2C7C5748-645A-5640-823B-EFE1B4F84B47}"/>
          </ac:picMkLst>
        </pc:picChg>
        <pc:picChg chg="add del mod">
          <ac:chgData name="nicholas miller" userId="2fb4577f1956a46d" providerId="LiveId" clId="{3C6DB59E-FE2A-494C-817B-1F18DAF550C6}" dt="2026-04-07T19:07:33.747" v="46" actId="478"/>
          <ac:picMkLst>
            <pc:docMk/>
            <pc:sldMk cId="2003832941" sldId="258"/>
            <ac:picMk id="8" creationId="{BA4E4A75-09F6-8524-1099-9AC42CB00486}"/>
          </ac:picMkLst>
        </pc:picChg>
        <pc:picChg chg="add mod">
          <ac:chgData name="nicholas miller" userId="2fb4577f1956a46d" providerId="LiveId" clId="{3C6DB59E-FE2A-494C-817B-1F18DAF550C6}" dt="2026-04-07T19:21:47.975" v="57" actId="962"/>
          <ac:picMkLst>
            <pc:docMk/>
            <pc:sldMk cId="2003832941" sldId="258"/>
            <ac:picMk id="14" creationId="{6F0EA22C-8E60-4D27-438E-F72DC23DABD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2E3C8-4594-707C-DB2B-FD3EDACE1E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D02830-0B7A-B660-6F54-EAA4CE613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5AE00-8068-EEAB-D7B3-50EA16A63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DA7EA-D769-430C-A3F0-C85C0BA99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110C9-0360-39A7-8874-E75672194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6B376-638B-7544-FDFA-8FDDC477A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191BB-BDC9-4B80-BA93-B2279A5DF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858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7CF1D-B274-8AD1-3F32-2F890DD6B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574F6-BEC9-1012-30C4-B47C33C10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062F9-86EF-B9E9-A613-0A98E5929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DA7EA-D769-430C-A3F0-C85C0BA99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08A35-8670-B1B0-E928-BF94B9A48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63C1E-6F37-1E36-8A98-88CAB8C4E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191BB-BDC9-4B80-BA93-B2279A5DF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251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2921B-755A-3FB0-D91A-E84802F9E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E4D63-933F-8E96-A808-5C0EC98FE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D1028-7C02-F13D-EB1E-775D2425A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DA7EA-D769-430C-A3F0-C85C0BA99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4E206-BEEE-F3E8-7E3F-E9DEE1AB4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5A769-F0C8-24AE-1483-0FEA5BE1F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191BB-BDC9-4B80-BA93-B2279A5DF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458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A1E58-865E-A586-B68B-DF766BC6A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1E962-2220-A395-AF9C-73A1183A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458255-B381-1F49-9D14-6B5894BC18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304FA-BBFE-D2E0-7D50-59EBC43DE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DA7EA-D769-430C-A3F0-C85C0BA99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ACED7-0397-7020-8E63-7691EE795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D6048-32F2-B892-0F4E-F7DE73CBD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191BB-BDC9-4B80-BA93-B2279A5DF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5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C226A-EAC6-2396-ED04-B30E6D638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E3767-FE35-4B6B-B209-0B4DA87EA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AA7CF0-B804-CE8C-C0B6-D7F4EB145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198AB8-A77C-8C15-E7DD-38816F961A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CFFE12-E20E-C699-A992-53A02966CD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F55E6F-3C69-CF90-D484-E93F30D0E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DA7EA-D769-430C-A3F0-C85C0BA99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F386EC-EE9D-70EC-C956-336F79128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A12F09-1BDA-77FE-A668-A2E6A9164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191BB-BDC9-4B80-BA93-B2279A5DF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042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67332-0B35-7678-EBA6-1504A137B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5B4EC3-C37F-F22F-7F5C-34A7AC0F8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DA7EA-D769-430C-A3F0-C85C0BA99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B8551D-4FE2-9290-CA33-5728D12CA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AB7298-5CED-8643-8B92-9FC25E82D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191BB-BDC9-4B80-BA93-B2279A5DF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22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669797-7614-370E-BF1C-FCC760F48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DA7EA-D769-430C-A3F0-C85C0BA99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7E2DBF-FD51-556F-59A1-2B6A65855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AF079-8F1F-87B7-FB38-050028699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191BB-BDC9-4B80-BA93-B2279A5DF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568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9BCB8-AA6D-69F7-CCF9-1981FCE00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A689B-76EF-76C8-2FC3-403A046E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E3E3F-27FB-36B5-F291-954A1C375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E8FA4-8208-ED42-D1DB-83DECF8A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DA7EA-D769-430C-A3F0-C85C0BA99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225C4-C03F-39E2-DC17-D8D612F30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D1E1B-D745-EAD3-0BA0-54F3DD187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191BB-BDC9-4B80-BA93-B2279A5DF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93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07E42-25FE-F797-C17B-55C44D499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E571DD-1E0F-821E-19EA-74761EC309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3C651-C80F-E56A-56CE-87C7F46C57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7902A-4C69-7D36-5633-DEFD220CD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DA7EA-D769-430C-A3F0-C85C0BA99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AB03F-386C-700D-119D-DCB3C7869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7379B-0219-848B-D02B-DFB8BD795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191BB-BDC9-4B80-BA93-B2279A5DF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809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2F25B-753A-BA36-B17E-B344F0877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972200-1790-45C3-872B-7375084E6A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5320E-5EB1-C426-5EDF-518D868DF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DA7EA-D769-430C-A3F0-C85C0BA99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55FA5-5E36-80F1-DFCC-C24FCFB1A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4925C-738F-D8AC-8B38-57BEE88C4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191BB-BDC9-4B80-BA93-B2279A5DF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46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03A043-D729-ECB0-40D1-9C8C85D286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54B16D-3B66-67E6-CF7D-680C889A0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D8A9E-128E-AC0C-08A5-D1AF7A9A7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DA7EA-D769-430C-A3F0-C85C0BA99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CF87A-789D-5AA2-AC15-F9B454943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19525-F992-6A90-CF38-4DE5F544E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191BB-BDC9-4B80-BA93-B2279A5DF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84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250587-53D3-4876-7FE3-4261B774D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D25D3-6A01-5EBA-E11E-2A7BA917B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C38E3-249C-5DF9-8BB6-0DF555CC9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3DA7EA-D769-430C-A3F0-C85C0BA99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31A6E-F109-2E22-54D3-01DA95DA32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F41B8-CD14-9DFD-50F7-D9AC93D55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0191BB-BDC9-4B80-BA93-B2279A5DF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312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graph illustrates the increase in commercial space launches from 1990 to 2025, with NASA and SpaceX being significant contributors.&#10;&#10;AI-generated content may be incorrect.">
            <a:extLst>
              <a:ext uri="{FF2B5EF4-FFF2-40B4-BE49-F238E27FC236}">
                <a16:creationId xmlns:a16="http://schemas.microsoft.com/office/drawing/2014/main" id="{B435C811-1027-28AB-94BA-C9FBB4081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579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142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graph shows a declining trend in launches from 2020 to 2030, with a notable drop in the year 2024.&#10;&#10;AI-generated content may be incorrect.">
            <a:extLst>
              <a:ext uri="{FF2B5EF4-FFF2-40B4-BE49-F238E27FC236}">
                <a16:creationId xmlns:a16="http://schemas.microsoft.com/office/drawing/2014/main" id="{00410DF0-CB51-2485-C420-3677F0D05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931" y="1180460"/>
            <a:ext cx="5221234" cy="4142240"/>
          </a:xfrm>
          <a:prstGeom prst="rect">
            <a:avLst/>
          </a:prstGeom>
        </p:spPr>
      </p:pic>
      <p:pic>
        <p:nvPicPr>
          <p:cNvPr id="7" name="Picture 6" descr="The image shows a projection of the number of launches planned for the Vandenberg Space Launch Complex from 2022 to 2030.&#10;&#10;AI-generated content may be incorrect.">
            <a:extLst>
              <a:ext uri="{FF2B5EF4-FFF2-40B4-BE49-F238E27FC236}">
                <a16:creationId xmlns:a16="http://schemas.microsoft.com/office/drawing/2014/main" id="{E3564B4C-2DD2-6B7D-05DB-EF79238957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413" y="1180460"/>
            <a:ext cx="5221234" cy="414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265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The diagram shows a forecast trend for SpaceX's heavy payload mass, predicting an increase in payload mass from 2016 to 2030.">
            <a:extLst>
              <a:ext uri="{FF2B5EF4-FFF2-40B4-BE49-F238E27FC236}">
                <a16:creationId xmlns:a16="http://schemas.microsoft.com/office/drawing/2014/main" id="{6F0EA22C-8E60-4D27-438E-F72DC23DA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972" y="486408"/>
            <a:ext cx="9679175" cy="6073684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73A14DC4-A2A5-0A3D-3292-1DD2DE72AC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32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2BC28-B3A7-5369-4DAC-CCB461A7D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8ACC8-DD96-13D3-C08A-CED35F1FA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launch sites in the future dedicated to heavy space launch payload missions</a:t>
            </a:r>
          </a:p>
          <a:p>
            <a:endParaRPr lang="en-US" dirty="0"/>
          </a:p>
          <a:p>
            <a:r>
              <a:rPr lang="en-US" dirty="0"/>
              <a:t>More people to support increase of missions(roughly 10 per mission, double if 2 missions are happening at once)</a:t>
            </a:r>
          </a:p>
          <a:p>
            <a:endParaRPr lang="en-US" dirty="0"/>
          </a:p>
          <a:p>
            <a:r>
              <a:rPr lang="en-US" dirty="0"/>
              <a:t>Same level of mission assurance needed(Failures can still happen)</a:t>
            </a:r>
          </a:p>
          <a:p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033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48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miller</dc:creator>
  <cp:lastModifiedBy>jake bergen</cp:lastModifiedBy>
  <cp:revision>2</cp:revision>
  <dcterms:created xsi:type="dcterms:W3CDTF">2026-04-07T16:31:35Z</dcterms:created>
  <dcterms:modified xsi:type="dcterms:W3CDTF">2026-04-08T15:55:41Z</dcterms:modified>
</cp:coreProperties>
</file>